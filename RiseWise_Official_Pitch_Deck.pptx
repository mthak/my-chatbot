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Slide 1: RiseWise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Redefining the Piggy Bank for Gen Z &amp; Gen Alpha in India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Revives traditional financial habits using interactive tech.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Combines daily micro-savings with advanced derivative strategies.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Slide 2: The Core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0E676"/>
                </a:solidFill>
                <a:latin typeface="Arial"/>
              </a:defRPr>
            </a:pPr>
            <a:r>
              <a:t>₹100/Day -&gt; ₹2 Crore to ₹4 Crore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Reimagines the traditional Indian clay 'Gullak' for digital-native generations.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Demonstrates the extreme power of consistency over 30 years using market index trackers.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Slide 3: Gamified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Built Like a Video Game, Not a Textbook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Daily Quizzes &amp; Streaks: High-retention micro-challenges to lock in core habits.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Sandbox Simulations: Risk-free virtual portfolio arena tracking live Indian stock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Slide 4: Double-Engine Monetisation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Free Tier Ad Placements &amp; Premium Gold Custom Data Layers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Freemium Ads: Seamless native AMCs and broker integration with zero intrusive popups.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Gold Tier Premium: Subscription engine providing retail users live institutional bulk data and FII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Slide 5: Total Addressable Market (TAM)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Targeting the Premium Indian Youth Segment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TAM: 110M+ Users (Urban Middle/High-Income segments from India's Gen Z &amp; Alpha)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SAM: 45M Active smartphone users regularly consuming financial media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Slide 6: The Investment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0E676"/>
                </a:solidFill>
                <a:latin typeface="Arial"/>
              </a:defRPr>
            </a:pPr>
            <a:r>
              <a:t>Seeking $5 Million Funding for a 20% Equity Stake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2800" b="1">
                <a:solidFill>
                  <a:srgbClr val="00E676"/>
                </a:solidFill>
                <a:latin typeface="Arial"/>
              </a:defRPr>
            </a:pPr>
            <a:r>
              <a:t>• Implied Post-Money Valuation: $25 Million (~₹208 Crore)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40% Product &amp; Low-Latency Data Infrastructure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30% Gamification Engine Pipeline &amp; Simulation Design</a:t>
            </a:r>
          </a:p>
          <a:p>
            <a:pPr>
              <a:spcAft>
                <a:spcPts val="1000"/>
              </a:spcAft>
              <a:defRPr sz="1800">
                <a:solidFill>
                  <a:srgbClr val="B4B9C3"/>
                </a:solidFill>
                <a:latin typeface="Arial"/>
              </a:defRPr>
            </a:pPr>
            <a:r>
              <a:t>• 30% Aggressive Tier-1 &amp; Tier-2 University Campus Acquisition Sprints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