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1: The Title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RiseWise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Redefining the Piggy Bank for Gen Z and Gen Alpha in India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Core Pillars: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Habit: Micro-savings that compound into massive wealth.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Tech: Gamified learning modules, live quizzes, and streak metrics.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Edge: Seamless progression from basic savings to advanced options.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2: The Philosophy - The Digital Gullak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Power of Everyday Micro-Savings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Concept: Modernizing the traditional clay piggy bank used by earlier generations.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₹100/day -&gt; ₹2 Crore to ₹4 Crore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Compound Breakdown: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Skipping one premium tea or delivery can save ₹100 daily (₹3,000/month).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Invested from age 15 to late 40s across index funds and equity assets.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At 12% to 15% CAGR, this can compound into roughly ₹1.95 Crore to ₹4.46 Crore.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3: The Engagement - Gamified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Built Like a Video Game, Not a Textbook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Daily Quizzes and Streaks: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Bite-sized 60-second finance challenges.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XP rewards and streak loops for daily retention.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Leaderboards and Social Competition: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Global and private portfolio leagues.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Badges and profile upgrades as users level up.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Risk-Free Simulations: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Virtual-currency simulations mapped to live Indian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4: Curriculum Evolution and Risk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A Curriculum That Grows With the User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1: Foundational Free Tier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Micro-investing automation and inflation fundamentals.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Conservative risk profiles to preserve starter capital.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99: Advanced Trader Mastery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Options mechanics and professional risk-hedging concepts.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Defined-risk vertical spreads (Bull Put and Bear Call).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Delta, theta, and probability-of-profit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5: Monetisation Pillar 1 - B2B Partner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Freemium Engine: Native Partner Placements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Highly Targeted Audience: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Connects Mutual Fund houses and SEBI-registered brokers to high-intent youth.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Subtle and Non-Intrusive: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No pop-ups, no disruptive banners, only contextual actions.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Contextual Integration: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Quiz mastery -&gt; native CTA to start an SIP with partner AMCs.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Advanced options mastery -&gt; seamless redirect to partner broker demat onboarding.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6: Monetisation Pillar 2 - The Gold 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The Gold Tier: Institutional Tools for Retail Traders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Value Proposition: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Paid layer for advanced users transitioning into active trading.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Premium Feature Suite: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Real-time bulk and block deal visibility with FII/DII activity mapping.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Momentum alerts for large-volume spikes and accumulation footprints.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Backtesting for multi-leg options strategies with premium data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7: Competitive Landscape - Market Players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Feature Matrix (Condensed):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Primary Audience: RiseWise (Gen Z/Alpha) | Brokers (Working Professionals) | Kid Fintech (Ages 11-17) | Creators (Mass Audience)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Gamified XP Quizzes: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Risk-Free Derivatives Sandbox: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Institutional Bulk Data: RiseWise (Gold Tier) | Others (Limited/None)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Monetisation: RiseWise (Freemium + B2B Lead Gen) vs competitors' single-engine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8: Market Sizing - The Indian Youth 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Capturing India's Premium Youth Demographic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TAM: 110 Million+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Derived from affluent, connected segments within India's Gen Z and Gen Alpha populations.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SAM: 45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Smartphone-penetrated urban youth actively consuming fintech and gaming content.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SOM: 3.5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Year 3 goal for high-intent users transitioning from savings to active trading behaviors.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9: The Investment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Seeking $5 Million for a 20% Equity Stake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Implied Post-Money Valuation: $25 Million (~₹208 Crore)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Capital Deployment: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40% Product and Engineering: low-latency options data and risk engines.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Gamification Pipeline: simulation leagues, adaptive quizzes, level systems.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User Acquisition: targeted Tier-1 and Tier-2 campus growth campaigns.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